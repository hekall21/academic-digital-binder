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ontserrat"/>
      <p:regular r:id="rId9"/>
      <p:bold r:id="rId10"/>
      <p:italic r:id="rId11"/>
      <p:boldItalic r:id="rId12"/>
    </p:embeddedFont>
    <p:embeddedFont>
      <p:font typeface="Pontano Sans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iqlPhpO5O9sPBlwQ+YAoPnHWTL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3" Type="http://schemas.openxmlformats.org/officeDocument/2006/relationships/font" Target="fonts/PontanoSans-regular.fntdata"/><Relationship Id="rId12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regular.fntdata"/><Relationship Id="rId15" Type="http://customschemas.google.com/relationships/presentationmetadata" Target="metadata"/><Relationship Id="rId14" Type="http://schemas.openxmlformats.org/officeDocument/2006/relationships/font" Target="fonts/Pontano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"/>
          <p:cNvSpPr txBox="1"/>
          <p:nvPr>
            <p:ph type="ctrTitle"/>
          </p:nvPr>
        </p:nvSpPr>
        <p:spPr>
          <a:xfrm>
            <a:off x="3286125" y="1354175"/>
            <a:ext cx="51381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4800"/>
              <a:buNone/>
              <a:defRPr sz="4800">
                <a:solidFill>
                  <a:srgbClr val="21364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5200"/>
              <a:buNone/>
              <a:defRPr sz="5200">
                <a:solidFill>
                  <a:srgbClr val="21364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5200"/>
              <a:buNone/>
              <a:defRPr sz="5200">
                <a:solidFill>
                  <a:srgbClr val="21364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5200"/>
              <a:buNone/>
              <a:defRPr sz="5200">
                <a:solidFill>
                  <a:srgbClr val="21364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5200"/>
              <a:buNone/>
              <a:defRPr sz="5200">
                <a:solidFill>
                  <a:srgbClr val="21364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5200"/>
              <a:buNone/>
              <a:defRPr sz="5200">
                <a:solidFill>
                  <a:srgbClr val="21364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5200"/>
              <a:buNone/>
              <a:defRPr sz="5200">
                <a:solidFill>
                  <a:srgbClr val="21364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5200"/>
              <a:buNone/>
              <a:defRPr sz="5200">
                <a:solidFill>
                  <a:srgbClr val="21364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5200"/>
              <a:buNone/>
              <a:defRPr sz="5200">
                <a:solidFill>
                  <a:srgbClr val="213641"/>
                </a:solidFill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" type="subTitle"/>
          </p:nvPr>
        </p:nvSpPr>
        <p:spPr>
          <a:xfrm>
            <a:off x="3286125" y="3443675"/>
            <a:ext cx="5138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1800"/>
              <a:buNone/>
              <a:defRPr sz="1800">
                <a:solidFill>
                  <a:srgbClr val="21364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None/>
              <a:defRPr sz="2800">
                <a:solidFill>
                  <a:srgbClr val="21364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None/>
              <a:defRPr sz="2800">
                <a:solidFill>
                  <a:srgbClr val="21364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None/>
              <a:defRPr sz="2800">
                <a:solidFill>
                  <a:srgbClr val="21364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None/>
              <a:defRPr sz="2800">
                <a:solidFill>
                  <a:srgbClr val="21364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None/>
              <a:defRPr sz="2800">
                <a:solidFill>
                  <a:srgbClr val="21364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None/>
              <a:defRPr sz="2800">
                <a:solidFill>
                  <a:srgbClr val="21364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None/>
              <a:defRPr sz="2800">
                <a:solidFill>
                  <a:srgbClr val="21364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None/>
              <a:defRPr sz="2800">
                <a:solidFill>
                  <a:srgbClr val="213641"/>
                </a:solidFill>
              </a:defRPr>
            </a:lvl9pPr>
          </a:lstStyle>
          <a:p/>
        </p:txBody>
      </p:sp>
      <p:sp>
        <p:nvSpPr>
          <p:cNvPr id="11" name="Google Shape;11;p5"/>
          <p:cNvSpPr/>
          <p:nvPr/>
        </p:nvSpPr>
        <p:spPr>
          <a:xfrm>
            <a:off x="550" y="0"/>
            <a:ext cx="4885594" cy="5143608"/>
          </a:xfrm>
          <a:custGeom>
            <a:rect b="b" l="l" r="r" t="t"/>
            <a:pathLst>
              <a:path extrusionOk="0" h="214384" w="170052">
                <a:moveTo>
                  <a:pt x="0" y="0"/>
                </a:moveTo>
                <a:lnTo>
                  <a:pt x="0" y="214384"/>
                </a:lnTo>
                <a:lnTo>
                  <a:pt x="13990" y="214384"/>
                </a:lnTo>
                <a:lnTo>
                  <a:pt x="170052" y="0"/>
                </a:lnTo>
                <a:close/>
              </a:path>
            </a:pathLst>
          </a:custGeom>
          <a:solidFill>
            <a:srgbClr val="AFDA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5"/>
          <p:cNvSpPr/>
          <p:nvPr/>
        </p:nvSpPr>
        <p:spPr>
          <a:xfrm>
            <a:off x="550" y="2446994"/>
            <a:ext cx="4364173" cy="2696541"/>
          </a:xfrm>
          <a:custGeom>
            <a:rect b="b" l="l" r="r" t="t"/>
            <a:pathLst>
              <a:path extrusionOk="0" h="112391" w="151903">
                <a:moveTo>
                  <a:pt x="0" y="0"/>
                </a:moveTo>
                <a:lnTo>
                  <a:pt x="0" y="112391"/>
                </a:lnTo>
                <a:lnTo>
                  <a:pt x="151903" y="112391"/>
                </a:lnTo>
                <a:lnTo>
                  <a:pt x="0" y="0"/>
                </a:lnTo>
                <a:close/>
              </a:path>
            </a:pathLst>
          </a:custGeom>
          <a:solidFill>
            <a:srgbClr val="0C2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5"/>
          <p:cNvSpPr/>
          <p:nvPr/>
        </p:nvSpPr>
        <p:spPr>
          <a:xfrm>
            <a:off x="1607987" y="512825"/>
            <a:ext cx="1186214" cy="1188794"/>
          </a:xfrm>
          <a:custGeom>
            <a:rect b="b" l="l" r="r" t="t"/>
            <a:pathLst>
              <a:path extrusionOk="0" fill="none" h="43766" w="43671">
                <a:moveTo>
                  <a:pt x="43671" y="21930"/>
                </a:moveTo>
                <a:cubicBezTo>
                  <a:pt x="43671" y="33935"/>
                  <a:pt x="33840" y="43766"/>
                  <a:pt x="21835" y="43766"/>
                </a:cubicBezTo>
                <a:cubicBezTo>
                  <a:pt x="9736" y="43766"/>
                  <a:pt x="0" y="33935"/>
                  <a:pt x="0" y="21930"/>
                </a:cubicBezTo>
                <a:cubicBezTo>
                  <a:pt x="0" y="9831"/>
                  <a:pt x="9736" y="0"/>
                  <a:pt x="21835" y="0"/>
                </a:cubicBezTo>
                <a:cubicBezTo>
                  <a:pt x="33840" y="0"/>
                  <a:pt x="43671" y="9831"/>
                  <a:pt x="43671" y="21836"/>
                </a:cubicBezTo>
                <a:close/>
              </a:path>
            </a:pathLst>
          </a:custGeom>
          <a:noFill/>
          <a:ln cap="flat" cmpd="sng" w="89800">
            <a:solidFill>
              <a:srgbClr val="FFFFFF"/>
            </a:solidFill>
            <a:prstDash val="solid"/>
            <a:miter lim="945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5"/>
          <p:cNvSpPr/>
          <p:nvPr/>
        </p:nvSpPr>
        <p:spPr>
          <a:xfrm>
            <a:off x="717675" y="1805849"/>
            <a:ext cx="480152" cy="480152"/>
          </a:xfrm>
          <a:custGeom>
            <a:rect b="b" l="l" r="r" t="t"/>
            <a:pathLst>
              <a:path extrusionOk="0" fill="none" h="17677" w="17677">
                <a:moveTo>
                  <a:pt x="17676" y="8791"/>
                </a:moveTo>
                <a:cubicBezTo>
                  <a:pt x="17676" y="13706"/>
                  <a:pt x="13706" y="17676"/>
                  <a:pt x="8791" y="17676"/>
                </a:cubicBezTo>
                <a:cubicBezTo>
                  <a:pt x="3876" y="17676"/>
                  <a:pt x="0" y="13706"/>
                  <a:pt x="0" y="8791"/>
                </a:cubicBezTo>
                <a:cubicBezTo>
                  <a:pt x="0" y="3876"/>
                  <a:pt x="3876" y="0"/>
                  <a:pt x="8791" y="0"/>
                </a:cubicBezTo>
                <a:cubicBezTo>
                  <a:pt x="13706" y="0"/>
                  <a:pt x="17676" y="3876"/>
                  <a:pt x="17676" y="8791"/>
                </a:cubicBezTo>
                <a:close/>
              </a:path>
            </a:pathLst>
          </a:custGeom>
          <a:noFill/>
          <a:ln cap="flat" cmpd="sng" w="89800">
            <a:solidFill>
              <a:srgbClr val="FFFFFF"/>
            </a:solidFill>
            <a:prstDash val="solid"/>
            <a:miter lim="945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5"/>
          <p:cNvSpPr/>
          <p:nvPr/>
        </p:nvSpPr>
        <p:spPr>
          <a:xfrm>
            <a:off x="6210150" y="350125"/>
            <a:ext cx="480152" cy="480152"/>
          </a:xfrm>
          <a:custGeom>
            <a:rect b="b" l="l" r="r" t="t"/>
            <a:pathLst>
              <a:path extrusionOk="0" fill="none" h="17677" w="17677">
                <a:moveTo>
                  <a:pt x="17676" y="8791"/>
                </a:moveTo>
                <a:cubicBezTo>
                  <a:pt x="17676" y="13706"/>
                  <a:pt x="13706" y="17676"/>
                  <a:pt x="8791" y="17676"/>
                </a:cubicBezTo>
                <a:cubicBezTo>
                  <a:pt x="3876" y="17676"/>
                  <a:pt x="0" y="13706"/>
                  <a:pt x="0" y="8791"/>
                </a:cubicBezTo>
                <a:cubicBezTo>
                  <a:pt x="0" y="3876"/>
                  <a:pt x="3876" y="0"/>
                  <a:pt x="8791" y="0"/>
                </a:cubicBezTo>
                <a:cubicBezTo>
                  <a:pt x="13706" y="0"/>
                  <a:pt x="17676" y="3876"/>
                  <a:pt x="17676" y="8791"/>
                </a:cubicBezTo>
                <a:close/>
              </a:path>
            </a:pathLst>
          </a:custGeom>
          <a:noFill/>
          <a:ln cap="flat" cmpd="sng" w="89800">
            <a:solidFill>
              <a:srgbClr val="AFDAD8"/>
            </a:solidFill>
            <a:prstDash val="solid"/>
            <a:miter lim="945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5"/>
          <p:cNvSpPr/>
          <p:nvPr/>
        </p:nvSpPr>
        <p:spPr>
          <a:xfrm>
            <a:off x="7519337" y="-574050"/>
            <a:ext cx="1186214" cy="1188794"/>
          </a:xfrm>
          <a:custGeom>
            <a:rect b="b" l="l" r="r" t="t"/>
            <a:pathLst>
              <a:path extrusionOk="0" fill="none" h="43766" w="43671">
                <a:moveTo>
                  <a:pt x="43671" y="21930"/>
                </a:moveTo>
                <a:cubicBezTo>
                  <a:pt x="43671" y="33935"/>
                  <a:pt x="33840" y="43766"/>
                  <a:pt x="21835" y="43766"/>
                </a:cubicBezTo>
                <a:cubicBezTo>
                  <a:pt x="9736" y="43766"/>
                  <a:pt x="0" y="33935"/>
                  <a:pt x="0" y="21930"/>
                </a:cubicBezTo>
                <a:cubicBezTo>
                  <a:pt x="0" y="9831"/>
                  <a:pt x="9736" y="0"/>
                  <a:pt x="21835" y="0"/>
                </a:cubicBezTo>
                <a:cubicBezTo>
                  <a:pt x="33840" y="0"/>
                  <a:pt x="43671" y="9831"/>
                  <a:pt x="43671" y="21836"/>
                </a:cubicBezTo>
                <a:close/>
              </a:path>
            </a:pathLst>
          </a:custGeom>
          <a:noFill/>
          <a:ln cap="flat" cmpd="sng" w="89800">
            <a:solidFill>
              <a:srgbClr val="AFDAD8"/>
            </a:solidFill>
            <a:prstDash val="solid"/>
            <a:miter lim="945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"/>
          <p:cNvSpPr/>
          <p:nvPr/>
        </p:nvSpPr>
        <p:spPr>
          <a:xfrm>
            <a:off x="6282973" y="4700974"/>
            <a:ext cx="959419" cy="959419"/>
          </a:xfrm>
          <a:custGeom>
            <a:rect b="b" l="l" r="r" t="t"/>
            <a:pathLst>
              <a:path extrusionOk="0" fill="none" h="17677" w="17677">
                <a:moveTo>
                  <a:pt x="17676" y="8791"/>
                </a:moveTo>
                <a:cubicBezTo>
                  <a:pt x="17676" y="13706"/>
                  <a:pt x="13706" y="17676"/>
                  <a:pt x="8791" y="17676"/>
                </a:cubicBezTo>
                <a:cubicBezTo>
                  <a:pt x="3876" y="17676"/>
                  <a:pt x="0" y="13706"/>
                  <a:pt x="0" y="8791"/>
                </a:cubicBezTo>
                <a:cubicBezTo>
                  <a:pt x="0" y="3876"/>
                  <a:pt x="3876" y="0"/>
                  <a:pt x="8791" y="0"/>
                </a:cubicBezTo>
                <a:cubicBezTo>
                  <a:pt x="13706" y="0"/>
                  <a:pt x="17676" y="3876"/>
                  <a:pt x="17676" y="8791"/>
                </a:cubicBezTo>
                <a:close/>
              </a:path>
            </a:pathLst>
          </a:custGeom>
          <a:noFill/>
          <a:ln cap="flat" cmpd="sng" w="89800">
            <a:solidFill>
              <a:schemeClr val="dk2"/>
            </a:solidFill>
            <a:prstDash val="solid"/>
            <a:miter lim="945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2246350" y="4884249"/>
            <a:ext cx="480152" cy="480152"/>
          </a:xfrm>
          <a:custGeom>
            <a:rect b="b" l="l" r="r" t="t"/>
            <a:pathLst>
              <a:path extrusionOk="0" fill="none" h="17677" w="17677">
                <a:moveTo>
                  <a:pt x="17676" y="8791"/>
                </a:moveTo>
                <a:cubicBezTo>
                  <a:pt x="17676" y="13706"/>
                  <a:pt x="13706" y="17676"/>
                  <a:pt x="8791" y="17676"/>
                </a:cubicBezTo>
                <a:cubicBezTo>
                  <a:pt x="3876" y="17676"/>
                  <a:pt x="0" y="13706"/>
                  <a:pt x="0" y="8791"/>
                </a:cubicBezTo>
                <a:cubicBezTo>
                  <a:pt x="0" y="3876"/>
                  <a:pt x="3876" y="0"/>
                  <a:pt x="8791" y="0"/>
                </a:cubicBezTo>
                <a:cubicBezTo>
                  <a:pt x="13706" y="0"/>
                  <a:pt x="17676" y="3876"/>
                  <a:pt x="17676" y="8791"/>
                </a:cubicBezTo>
                <a:close/>
              </a:path>
            </a:pathLst>
          </a:custGeom>
          <a:noFill/>
          <a:ln cap="flat" cmpd="sng" w="89800">
            <a:solidFill>
              <a:srgbClr val="FFFFFF"/>
            </a:solidFill>
            <a:prstDash val="solid"/>
            <a:miter lim="945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Font typeface="Montserrat"/>
              <a:buNone/>
              <a:defRPr b="0" i="0" sz="2800" u="none" cap="none" strike="noStrike">
                <a:solidFill>
                  <a:srgbClr val="21364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21364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21364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21364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21364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21364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21364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21364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2136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641"/>
              </a:buClr>
              <a:buSzPts val="1600"/>
              <a:buFont typeface="Pontano Sans"/>
              <a:buChar char="●"/>
              <a:defRPr b="0" i="0" sz="1600" u="none" cap="none" strike="noStrike">
                <a:solidFill>
                  <a:srgbClr val="213641"/>
                </a:solidFill>
                <a:latin typeface="Pontano Sans"/>
                <a:ea typeface="Pontano Sans"/>
                <a:cs typeface="Pontano Sans"/>
                <a:sym typeface="Pontano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3641"/>
              </a:buClr>
              <a:buSzPts val="1600"/>
              <a:buFont typeface="Pontano Sans"/>
              <a:buChar char="○"/>
              <a:defRPr b="0" i="0" sz="1600" u="none" cap="none" strike="noStrike">
                <a:solidFill>
                  <a:srgbClr val="213641"/>
                </a:solidFill>
                <a:latin typeface="Pontano Sans"/>
                <a:ea typeface="Pontano Sans"/>
                <a:cs typeface="Pontano Sans"/>
                <a:sym typeface="Pontano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3641"/>
              </a:buClr>
              <a:buSzPts val="1600"/>
              <a:buFont typeface="Pontano Sans"/>
              <a:buChar char="■"/>
              <a:defRPr b="0" i="0" sz="1600" u="none" cap="none" strike="noStrike">
                <a:solidFill>
                  <a:srgbClr val="213641"/>
                </a:solidFill>
                <a:latin typeface="Pontano Sans"/>
                <a:ea typeface="Pontano Sans"/>
                <a:cs typeface="Pontano Sans"/>
                <a:sym typeface="Pontano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3641"/>
              </a:buClr>
              <a:buSzPts val="1600"/>
              <a:buFont typeface="Pontano Sans"/>
              <a:buChar char="●"/>
              <a:defRPr b="0" i="0" sz="1600" u="none" cap="none" strike="noStrike">
                <a:solidFill>
                  <a:srgbClr val="213641"/>
                </a:solidFill>
                <a:latin typeface="Pontano Sans"/>
                <a:ea typeface="Pontano Sans"/>
                <a:cs typeface="Pontano Sans"/>
                <a:sym typeface="Pontano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3641"/>
              </a:buClr>
              <a:buSzPts val="1600"/>
              <a:buFont typeface="Pontano Sans"/>
              <a:buChar char="○"/>
              <a:defRPr b="0" i="0" sz="1600" u="none" cap="none" strike="noStrike">
                <a:solidFill>
                  <a:srgbClr val="213641"/>
                </a:solidFill>
                <a:latin typeface="Pontano Sans"/>
                <a:ea typeface="Pontano Sans"/>
                <a:cs typeface="Pontano Sans"/>
                <a:sym typeface="Pontano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3641"/>
              </a:buClr>
              <a:buSzPts val="1600"/>
              <a:buFont typeface="Pontano Sans"/>
              <a:buChar char="■"/>
              <a:defRPr b="0" i="0" sz="1600" u="none" cap="none" strike="noStrike">
                <a:solidFill>
                  <a:srgbClr val="213641"/>
                </a:solidFill>
                <a:latin typeface="Pontano Sans"/>
                <a:ea typeface="Pontano Sans"/>
                <a:cs typeface="Pontano Sans"/>
                <a:sym typeface="Pontano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3641"/>
              </a:buClr>
              <a:buSzPts val="1600"/>
              <a:buFont typeface="Pontano Sans"/>
              <a:buChar char="●"/>
              <a:defRPr b="0" i="0" sz="1600" u="none" cap="none" strike="noStrike">
                <a:solidFill>
                  <a:srgbClr val="213641"/>
                </a:solidFill>
                <a:latin typeface="Pontano Sans"/>
                <a:ea typeface="Pontano Sans"/>
                <a:cs typeface="Pontano Sans"/>
                <a:sym typeface="Pontano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3641"/>
              </a:buClr>
              <a:buSzPts val="1600"/>
              <a:buFont typeface="Pontano Sans"/>
              <a:buChar char="○"/>
              <a:defRPr b="0" i="0" sz="1600" u="none" cap="none" strike="noStrike">
                <a:solidFill>
                  <a:srgbClr val="213641"/>
                </a:solidFill>
                <a:latin typeface="Pontano Sans"/>
                <a:ea typeface="Pontano Sans"/>
                <a:cs typeface="Pontano Sans"/>
                <a:sym typeface="Pontano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13641"/>
              </a:buClr>
              <a:buSzPts val="1600"/>
              <a:buFont typeface="Pontano Sans"/>
              <a:buChar char="■"/>
              <a:defRPr b="0" i="0" sz="1600" u="none" cap="none" strike="noStrike">
                <a:solidFill>
                  <a:srgbClr val="213641"/>
                </a:solidFill>
                <a:latin typeface="Pontano Sans"/>
                <a:ea typeface="Pontano Sans"/>
                <a:cs typeface="Pontano Sans"/>
                <a:sym typeface="Pontan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 txBox="1"/>
          <p:nvPr>
            <p:ph type="ctrTitle"/>
          </p:nvPr>
        </p:nvSpPr>
        <p:spPr>
          <a:xfrm>
            <a:off x="1066800" y="666750"/>
            <a:ext cx="7315200" cy="162275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600">
                <a:solidFill>
                  <a:srgbClr val="2136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MATEMATIKA DASAR</a:t>
            </a:r>
            <a:br>
              <a:rPr lang="en-US" sz="3600">
                <a:solidFill>
                  <a:srgbClr val="2136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KULIAH MINGGU KE-VII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TURUNAN FUNGSI TRIGONOMETRI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Oktober 2023</a:t>
            </a:r>
            <a:endParaRPr sz="1800">
              <a:solidFill>
                <a:srgbClr val="2136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1"/>
          <p:cNvSpPr txBox="1"/>
          <p:nvPr>
            <p:ph idx="1" type="subTitle"/>
          </p:nvPr>
        </p:nvSpPr>
        <p:spPr>
          <a:xfrm>
            <a:off x="2895600" y="280035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Dr. Munali, M.Pd.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152400" y="2533650"/>
            <a:ext cx="416365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9652" y="742950"/>
            <a:ext cx="416365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590550"/>
            <a:ext cx="5362575" cy="1771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2" name="Google Shape;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" y="2524125"/>
            <a:ext cx="5362575" cy="17257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387789" y="150275"/>
            <a:ext cx="416365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943600" y="3248025"/>
            <a:ext cx="416365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67371" y="1607685"/>
            <a:ext cx="416365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246" y="150275"/>
            <a:ext cx="4290354" cy="14574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996" y="1680138"/>
            <a:ext cx="3571875" cy="1352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1246" y="3105150"/>
            <a:ext cx="5429250" cy="14001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3" name="Google Shape;43;p3"/>
          <p:cNvSpPr/>
          <p:nvPr/>
        </p:nvSpPr>
        <p:spPr>
          <a:xfrm>
            <a:off x="387789" y="3105150"/>
            <a:ext cx="416365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ysical Therapy Thesis by Slidesgo">
  <a:themeElements>
    <a:clrScheme name="Simple Light">
      <a:dk1>
        <a:srgbClr val="0C2E3A"/>
      </a:dk1>
      <a:lt1>
        <a:srgbClr val="FFFFFF"/>
      </a:lt1>
      <a:dk2>
        <a:srgbClr val="EAAFA0"/>
      </a:dk2>
      <a:lt2>
        <a:srgbClr val="EEEEEE"/>
      </a:lt2>
      <a:accent1>
        <a:srgbClr val="AFDAD8"/>
      </a:accent1>
      <a:accent2>
        <a:srgbClr val="0C2E3A"/>
      </a:accent2>
      <a:accent3>
        <a:srgbClr val="EAAFA0"/>
      </a:accent3>
      <a:accent4>
        <a:srgbClr val="AFDAD8"/>
      </a:accent4>
      <a:accent5>
        <a:srgbClr val="0C2E3A"/>
      </a:accent5>
      <a:accent6>
        <a:srgbClr val="EAAFA0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